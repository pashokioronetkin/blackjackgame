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E9A72-D633-47A1-BB12-C6C9E2216CC4}" v="119" dt="2025-12-23T20:27:55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82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6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03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1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19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8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46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9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9E9B2-CAB5-1CA5-7B01-82367AD72D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3970" r="9085" b="17845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ru-RU" sz="6000" dirty="0">
                <a:solidFill>
                  <a:srgbClr val="FFFFFF"/>
                </a:solidFill>
                <a:latin typeface="Consolas"/>
              </a:rPr>
              <a:t>♠</a:t>
            </a:r>
            <a:r>
              <a:rPr lang="ru-RU" sz="6000" dirty="0">
                <a:solidFill>
                  <a:srgbClr val="FFFFFF"/>
                </a:solidFill>
                <a:latin typeface="Times New Roman"/>
                <a:cs typeface="Times New Roman"/>
              </a:rPr>
              <a:t>️ BLACKJACK ANDROID GAME ♣️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solidFill>
                  <a:srgbClr val="FFFFFF"/>
                </a:solidFill>
                <a:latin typeface="Times New Roman"/>
                <a:cs typeface="Times New Roman"/>
              </a:rPr>
              <a:t>Донских П. 402ИС-22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BFB21-7DCA-1334-3FE6-18B91633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ru-RU" dirty="0">
                <a:latin typeface="quote-cjk-patch"/>
              </a:rPr>
              <a:t>О проекте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5E8F9-6AB6-E8A5-3A9C-C4502663A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Игра "</a:t>
            </a:r>
            <a:r>
              <a:rPr lang="ru-RU" dirty="0" err="1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Blackjack</a:t>
            </a:r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"</a:t>
            </a:r>
            <a:endParaRPr lang="ru-RU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Платформа: </a:t>
            </a:r>
            <a:r>
              <a:rPr lang="ru-RU" dirty="0" err="1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Android</a:t>
            </a:r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7.0+</a:t>
            </a:r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Язык: Java</a:t>
            </a:r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Архитектура: MVC</a:t>
            </a:r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Цель: создание работающего прототипа игры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Изображение выглядит как текст, электроника, снимок экрана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99556F-B831-C865-5B56-28702B71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301" y="914400"/>
            <a:ext cx="2625584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2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7DD5A-2988-C465-2BA7-8E3970402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ru-RU" dirty="0">
                <a:highlight>
                  <a:srgbClr val="FFFFFF"/>
                </a:highlight>
                <a:latin typeface="Times New Roman"/>
                <a:ea typeface="+mj-lt"/>
                <a:cs typeface="+mj-lt"/>
              </a:rPr>
              <a:t>Основные функции</a:t>
            </a:r>
            <a:endParaRPr lang="ru-RU" dirty="0">
              <a:latin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EEB792-11E9-9129-5AF0-DDEBE97EF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cs typeface="Times New Roman"/>
              </a:rPr>
              <a:t>✓ Полная логика Blackjack
✓ Учет тузов (11/1 очко)
✓ Автоматическая игра дилера
✓ Проверка на блэкджек
✓ Подсчет очков в реальном време</a:t>
            </a:r>
            <a:r>
              <a:rPr lang="ru-RU" dirty="0">
                <a:latin typeface="Consolas"/>
              </a:rPr>
              <a:t>ни</a:t>
            </a:r>
            <a:endParaRPr lang="ru-RU"/>
          </a:p>
        </p:txBody>
      </p:sp>
      <p:pic>
        <p:nvPicPr>
          <p:cNvPr id="5" name="Picture 4" descr="Человек в игре боардгаме">
            <a:extLst>
              <a:ext uri="{FF2B5EF4-FFF2-40B4-BE49-F238E27FC236}">
                <a16:creationId xmlns:a16="http://schemas.microsoft.com/office/drawing/2014/main" id="{10CD3B1D-B1C6-6B38-9A86-4C5BBACA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08" r="21968" b="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4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4D95B-6153-2EB9-4385-AF43D90B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ru-RU" dirty="0">
                <a:highlight>
                  <a:srgbClr val="FFFFFF"/>
                </a:highlight>
                <a:latin typeface="Times New Roman"/>
                <a:ea typeface="+mj-lt"/>
                <a:cs typeface="+mj-lt"/>
              </a:rPr>
              <a:t>Архитектура</a:t>
            </a:r>
            <a:endParaRPr lang="ru-RU" dirty="0">
              <a:latin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CC1EF0-9F18-44AA-14FE-264542377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onsolas"/>
              </a:rPr>
              <a:t>┌─────────────────────┐
│    </a:t>
            </a:r>
            <a:r>
              <a:rPr lang="ru-RU" dirty="0" err="1">
                <a:latin typeface="Consolas"/>
              </a:rPr>
              <a:t>MainActivity</a:t>
            </a:r>
            <a:r>
              <a:rPr lang="ru-RU" dirty="0">
                <a:latin typeface="Consolas"/>
              </a:rPr>
              <a:t>     │ ← UI и обработка действий
├─────────────────────┤
│    </a:t>
            </a:r>
            <a:r>
              <a:rPr lang="ru-RU" dirty="0" err="1">
                <a:latin typeface="Consolas"/>
              </a:rPr>
              <a:t>BlackjackGame</a:t>
            </a:r>
            <a:r>
              <a:rPr lang="ru-RU" dirty="0">
                <a:latin typeface="Consolas"/>
              </a:rPr>
              <a:t>    │ ← Игровая логика
├─────────────────────┤
│  </a:t>
            </a:r>
            <a:r>
              <a:rPr lang="ru-RU" dirty="0" err="1">
                <a:latin typeface="Consolas"/>
              </a:rPr>
              <a:t>Deck</a:t>
            </a:r>
            <a:r>
              <a:rPr lang="ru-RU" dirty="0">
                <a:latin typeface="Consolas"/>
              </a:rPr>
              <a:t> → </a:t>
            </a:r>
            <a:r>
              <a:rPr lang="ru-RU" dirty="0" err="1">
                <a:latin typeface="Consolas"/>
              </a:rPr>
              <a:t>Hand</a:t>
            </a:r>
            <a:r>
              <a:rPr lang="ru-RU" dirty="0">
                <a:latin typeface="Consolas"/>
              </a:rPr>
              <a:t> → Card │ ← Базовые классы
└─────────────────────┘</a:t>
            </a:r>
            <a:endParaRPr lang="ru-R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90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30E65-EA61-7318-558B-FF594597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1000659"/>
          </a:xfrm>
        </p:spPr>
        <p:txBody>
          <a:bodyPr anchor="t">
            <a:normAutofit/>
          </a:bodyPr>
          <a:lstStyle/>
          <a:p>
            <a:r>
              <a:rPr lang="ru-RU" b="1" dirty="0">
                <a:highlight>
                  <a:srgbClr val="FFFFFF"/>
                </a:highlight>
                <a:latin typeface="Times New Roman"/>
                <a:ea typeface="+mj-lt"/>
                <a:cs typeface="+mj-lt"/>
              </a:rPr>
              <a:t> Технические детали</a:t>
            </a:r>
            <a:endParaRPr lang="ru-RU" dirty="0">
              <a:highlight>
                <a:srgbClr val="FFFFFF"/>
              </a:highlight>
              <a:latin typeface="Times New Roman"/>
              <a:ea typeface="+mj-lt"/>
              <a:cs typeface="+mj-l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30CBB7-4979-FF4A-1BED-023871C58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текст, электроника, снимок экран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5D43FC-951C-2CB6-08AA-DB8876C41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12859"/>
            <a:ext cx="1658086" cy="3585053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электроника, снимок экран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DB3C6A-4461-C15E-CB2C-98F7F3052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657" y="2712858"/>
            <a:ext cx="1693937" cy="358505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EE671ACE-8F8C-149E-2D5A-2406250B9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7781" y="2712856"/>
            <a:ext cx="4483227" cy="35850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cs typeface="Times New Roman"/>
              </a:rPr>
              <a:t>• Min SDK: 24 (Android 7.0)
• Target SDK: 34 (</a:t>
            </a:r>
            <a:r>
              <a:rPr lang="ru-RU" dirty="0" err="1">
                <a:latin typeface="Times New Roman"/>
                <a:cs typeface="Times New Roman"/>
              </a:rPr>
              <a:t>Android</a:t>
            </a:r>
            <a:r>
              <a:rPr lang="ru-RU" dirty="0">
                <a:latin typeface="Times New Roman"/>
                <a:cs typeface="Times New Roman"/>
              </a:rPr>
              <a:t> 14)
• Библиотеки: </a:t>
            </a:r>
            <a:r>
              <a:rPr lang="ru-RU" dirty="0" err="1">
                <a:latin typeface="Times New Roman"/>
                <a:cs typeface="Times New Roman"/>
              </a:rPr>
              <a:t>AppCompat</a:t>
            </a:r>
            <a:r>
              <a:rPr lang="ru-RU" dirty="0">
                <a:latin typeface="Times New Roman"/>
                <a:cs typeface="Times New Roman"/>
              </a:rPr>
              <a:t>, </a:t>
            </a:r>
            <a:r>
              <a:rPr lang="ru-RU" dirty="0" err="1">
                <a:latin typeface="Times New Roman"/>
                <a:cs typeface="Times New Roman"/>
              </a:rPr>
              <a:t>Material</a:t>
            </a:r>
            <a:r>
              <a:rPr lang="ru-RU" dirty="0">
                <a:latin typeface="Times New Roman"/>
                <a:cs typeface="Times New Roman"/>
              </a:rPr>
              <a:t> Design
• Сборка: </a:t>
            </a:r>
            <a:r>
              <a:rPr lang="ru-RU" dirty="0" err="1">
                <a:latin typeface="Times New Roman"/>
                <a:cs typeface="Times New Roman"/>
              </a:rPr>
              <a:t>Gradle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cs typeface="Times New Roman"/>
              </a:rPr>
              <a:t>Groovy</a:t>
            </a:r>
            <a:r>
              <a:rPr lang="ru-RU" dirty="0">
                <a:latin typeface="Times New Roman"/>
                <a:cs typeface="Times New Roman"/>
              </a:rPr>
              <a:t> DSL
• Размер APK: ~5.2 MB</a:t>
            </a:r>
          </a:p>
        </p:txBody>
      </p:sp>
    </p:spTree>
    <p:extLst>
      <p:ext uri="{BB962C8B-B14F-4D97-AF65-F5344CB8AC3E}">
        <p14:creationId xmlns:p14="http://schemas.microsoft.com/office/powerpoint/2010/main" val="277427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E3B55-3712-632C-3C4A-44D6FD60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ru-RU" dirty="0">
                <a:highlight>
                  <a:srgbClr val="FFFFFF"/>
                </a:highlight>
                <a:latin typeface="Times New Roman"/>
                <a:ea typeface="+mj-lt"/>
                <a:cs typeface="+mj-lt"/>
              </a:rPr>
              <a:t>Как установить</a:t>
            </a:r>
            <a:endParaRPr lang="ru-RU" dirty="0">
              <a:latin typeface="Times New Roman"/>
            </a:endParaRPr>
          </a:p>
        </p:txBody>
      </p:sp>
      <p:pic>
        <p:nvPicPr>
          <p:cNvPr id="5" name="Рисунок 4" descr="GitHub - Renewed-Scripts/qb-phone">
            <a:extLst>
              <a:ext uri="{FF2B5EF4-FFF2-40B4-BE49-F238E27FC236}">
                <a16:creationId xmlns:a16="http://schemas.microsoft.com/office/drawing/2014/main" id="{61CE4B1A-592F-6BF7-78CE-542A6719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279229"/>
            <a:ext cx="4806291" cy="270353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B1153A1-7352-5107-9341-6A9E2F7F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cs typeface="Times New Roman"/>
              </a:rPr>
              <a:t>1. Скачать APK с GitHub Releases
2. Разрешить установку из неизвестных источников
3. Установить и запустит</a:t>
            </a:r>
            <a:r>
              <a:rPr lang="ru-RU" dirty="0">
                <a:latin typeface="Consolas"/>
              </a:rPr>
              <a:t>ь</a:t>
            </a:r>
            <a:endParaRPr lang="ru-RU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6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C18DC-7DAB-1925-2C3F-448F4177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73198"/>
            <a:ext cx="7414029" cy="26968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err="1">
                <a:latin typeface="Times New Roman"/>
                <a:cs typeface="Times New Roman"/>
              </a:rPr>
              <a:t>Спасибо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err="1">
                <a:latin typeface="Times New Roman"/>
                <a:cs typeface="Times New Roman"/>
              </a:rPr>
              <a:t>за</a:t>
            </a:r>
            <a:r>
              <a:rPr lang="en-US" sz="6000" dirty="0">
                <a:latin typeface="Times New Roman"/>
                <a:cs typeface="Times New Roman"/>
              </a:rPr>
              <a:t> </a:t>
            </a:r>
            <a:r>
              <a:rPr lang="en-US" sz="6000" err="1">
                <a:latin typeface="Times New Roman"/>
                <a:cs typeface="Times New Roman"/>
              </a:rPr>
              <a:t>внимание</a:t>
            </a:r>
            <a:r>
              <a:rPr lang="en-US" sz="6000" dirty="0">
                <a:latin typeface="Times New Roman"/>
                <a:cs typeface="Times New Roman"/>
              </a:rPr>
              <a:t>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2C38-33D2-1944-B9C2-8965AFC61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869" y="4733523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73126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DashVTI</vt:lpstr>
      <vt:lpstr>♠️ BLACKJACK ANDROID GAME ♣️</vt:lpstr>
      <vt:lpstr>О проекте</vt:lpstr>
      <vt:lpstr>Основные функции</vt:lpstr>
      <vt:lpstr>Архитектура</vt:lpstr>
      <vt:lpstr> Технические детали</vt:lpstr>
      <vt:lpstr>Как установить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2025-12-23T20:21:30Z</dcterms:created>
  <dcterms:modified xsi:type="dcterms:W3CDTF">2025-12-23T20:28:53Z</dcterms:modified>
</cp:coreProperties>
</file>